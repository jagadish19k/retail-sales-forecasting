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2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Capstone Project: Sales Insights &amp; Forecasting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Author: Jagadish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Model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{'R2': 0.08875403067113141, 'MAE': 14546.084923279499, 'RMSE': 21798.815114170342}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Top 10 Stores</a:t>
            </a:r>
          </a:p>
        </p:txBody>
      </p:sp>
      <p:pic>
        <p:nvPicPr>
          <p:cNvPr id="3" name="Picture 2" descr="top_10_st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931" y="1371600"/>
            <a:ext cx="7344137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Monthly Sales Trend</a:t>
            </a:r>
          </a:p>
        </p:txBody>
      </p:sp>
      <p:pic>
        <p:nvPicPr>
          <p:cNvPr id="3" name="Picture 2" descr="monthly_sale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371600"/>
            <a:ext cx="7162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Correlation Matrix</a:t>
            </a:r>
          </a:p>
        </p:txBody>
      </p:sp>
      <p:pic>
        <p:nvPicPr>
          <p:cNvPr id="3" name="Picture 2" descr="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599"/>
            <a:ext cx="6677350" cy="60134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Holiday Boxplot</a:t>
            </a:r>
          </a:p>
        </p:txBody>
      </p:sp>
      <p:pic>
        <p:nvPicPr>
          <p:cNvPr id="3" name="Picture 2" descr="holiday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829" y="1371600"/>
            <a:ext cx="7930342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Identified store performance patterns</a:t>
            </a:r>
          </a:p>
          <a:p>
            <a:r>
              <a:t>• Evaluated holiday vs non-holiday sales</a:t>
            </a:r>
          </a:p>
          <a:p>
            <a:r>
              <a:t>• Built regression model for weekly sales</a:t>
            </a:r>
          </a:p>
          <a:p>
            <a:r>
              <a:t>• Produced 12-week demand forecast</a:t>
            </a:r>
          </a:p>
          <a:p>
            <a:r>
              <a:t>• Recommendations: inventory planning, staffing, promotions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71</Words>
  <Application>Microsoft Office PowerPoint</Application>
  <PresentationFormat>On-screen Show (4:3)</PresentationFormat>
  <Paragraphs>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Capstone Project: Sales Insights &amp; Forecasting</vt:lpstr>
      <vt:lpstr>Key Model Metrics</vt:lpstr>
      <vt:lpstr>Top 10 Stores</vt:lpstr>
      <vt:lpstr>Monthly Sales Trend</vt:lpstr>
      <vt:lpstr>Correlation Matrix</vt:lpstr>
      <vt:lpstr>Holiday Boxplot</vt:lpstr>
      <vt:lpstr>Executive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Jagadish Kumar</cp:lastModifiedBy>
  <cp:revision>2</cp:revision>
  <dcterms:created xsi:type="dcterms:W3CDTF">2013-01-27T09:14:16Z</dcterms:created>
  <dcterms:modified xsi:type="dcterms:W3CDTF">2025-11-29T20:53:07Z</dcterms:modified>
  <cp:category/>
</cp:coreProperties>
</file>